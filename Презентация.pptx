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DD784-0EB0-4AD8-AAE0-9FF3E2723E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40E4C7-9171-410B-ADFB-C04082BB6C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B59482-67F6-41A8-A88F-641D07B841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07C7A4-ABD2-4DE3-A47E-7C9F424760C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/>
          <p:nvPr/>
        </p:nvPicPr>
        <p:blipFill>
          <a:blip r:embed="rId2"/>
          <a:stretch/>
        </p:blipFill>
        <p:spPr>
          <a:xfrm>
            <a:off x="-22320" y="0"/>
            <a:ext cx="10102320" cy="572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Picture 2"/>
          <p:cNvPicPr/>
          <p:nvPr/>
        </p:nvPicPr>
        <p:blipFill>
          <a:blip r:embed="rId3"/>
          <a:stretch/>
        </p:blipFill>
        <p:spPr>
          <a:xfrm>
            <a:off x="-45000" y="-20880"/>
            <a:ext cx="10208520" cy="57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1880" y="1910520"/>
            <a:ext cx="8231400" cy="10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4"/>
          </p:nvPr>
        </p:nvSpPr>
        <p:spPr>
          <a:xfrm>
            <a:off x="504000" y="5254560"/>
            <a:ext cx="235188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5"/>
          </p:nvPr>
        </p:nvSpPr>
        <p:spPr>
          <a:xfrm>
            <a:off x="3443760" y="5254560"/>
            <a:ext cx="319140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7223760" y="5254560"/>
            <a:ext cx="2351880" cy="3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8418B-F395-4196-B6CF-9E78AED9D6CC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5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5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5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24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9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62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3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2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91880" y="1910520"/>
            <a:ext cx="8231400" cy="10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Индивидуальный проект </a:t>
            </a:r>
            <a:br>
              <a:rPr sz="3600"/>
            </a:br>
            <a:r>
              <a:rPr lang="ru-RU" sz="3600" b="1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 </a:t>
            </a:r>
            <a:r>
              <a:rPr lang="ru-RU" sz="3600" b="1" u="none" strike="noStrike">
                <a:ln>
                  <a:solidFill>
                    <a:schemeClr val="dk2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</a:rPr>
              <a:t>Приложение “Курсы”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1091880" y="3338640"/>
            <a:ext cx="2015640" cy="16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spAutoFit/>
          </a:bodyPr>
          <a:p>
            <a:pPr indent="0" algn="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Город: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Площадка: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Учащийся: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Преподаватель: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ubtitle 4"/>
          <p:cNvSpPr/>
          <p:nvPr/>
        </p:nvSpPr>
        <p:spPr>
          <a:xfrm>
            <a:off x="3191760" y="3338640"/>
            <a:ext cx="327564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Новосибирск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МАОУ Инженерный лицей НГТУ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Павлов Альберт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Муль Павел Фридрихович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504000" y="468000"/>
            <a:ext cx="4017240" cy="699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 приложении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080000" y="2052000"/>
            <a:ext cx="7344000" cy="160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Приложение позволяет всем пользователям создавать курсы по любым предметам, делиться ими с другими пользователями и проходить их в любом месте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/>
          <p:nvPr/>
        </p:nvPicPr>
        <p:blipFill>
          <a:blip r:embed="rId1"/>
          <a:srcRect l="0" t="0" r="1208" b="5093"/>
          <a:stretch/>
        </p:blipFill>
        <p:spPr>
          <a:xfrm>
            <a:off x="42480" y="72000"/>
            <a:ext cx="5151600" cy="1908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26" name=""/>
          <p:cNvPicPr/>
          <p:nvPr/>
        </p:nvPicPr>
        <p:blipFill>
          <a:blip r:embed="rId2"/>
          <a:srcRect l="0" t="0" r="0" b="-1890"/>
          <a:stretch/>
        </p:blipFill>
        <p:spPr>
          <a:xfrm>
            <a:off x="5229720" y="72000"/>
            <a:ext cx="4778280" cy="190764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27" name=""/>
          <p:cNvPicPr/>
          <p:nvPr/>
        </p:nvPicPr>
        <p:blipFill>
          <a:blip r:embed="rId3"/>
          <a:stretch/>
        </p:blipFill>
        <p:spPr>
          <a:xfrm>
            <a:off x="7645320" y="2094120"/>
            <a:ext cx="2152800" cy="35892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28" name=""/>
          <p:cNvPicPr/>
          <p:nvPr/>
        </p:nvPicPr>
        <p:blipFill>
          <a:blip r:embed="rId4"/>
          <a:srcRect l="6248" t="2439" r="6257" b="0"/>
          <a:stretch/>
        </p:blipFill>
        <p:spPr>
          <a:xfrm>
            <a:off x="1080000" y="2032200"/>
            <a:ext cx="2484000" cy="36378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29" name=""/>
          <p:cNvPicPr/>
          <p:nvPr/>
        </p:nvPicPr>
        <p:blipFill>
          <a:blip r:embed="rId5"/>
          <a:stretch/>
        </p:blipFill>
        <p:spPr>
          <a:xfrm>
            <a:off x="5292000" y="2081160"/>
            <a:ext cx="2160000" cy="358884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432000" y="344520"/>
            <a:ext cx="4680000" cy="77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Технологии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/>
          <p:cNvPicPr/>
          <p:nvPr/>
        </p:nvPicPr>
        <p:blipFill>
          <a:blip r:embed="rId1"/>
          <a:srcRect l="0" t="32437" r="0" b="28268"/>
          <a:stretch/>
        </p:blipFill>
        <p:spPr>
          <a:xfrm>
            <a:off x="720000" y="1656000"/>
            <a:ext cx="3060000" cy="89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2"/>
          <a:stretch/>
        </p:blipFill>
        <p:spPr>
          <a:xfrm>
            <a:off x="4500000" y="3589200"/>
            <a:ext cx="3780000" cy="73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3"/>
          <a:stretch/>
        </p:blipFill>
        <p:spPr>
          <a:xfrm>
            <a:off x="1116000" y="2882880"/>
            <a:ext cx="1764000" cy="190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/>
          <p:cNvPicPr/>
          <p:nvPr/>
        </p:nvPicPr>
        <p:blipFill>
          <a:blip r:embed="rId4"/>
          <a:stretch/>
        </p:blipFill>
        <p:spPr>
          <a:xfrm>
            <a:off x="4758480" y="1296000"/>
            <a:ext cx="3089520" cy="154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 txBox="1"/>
          <p:nvPr/>
        </p:nvSpPr>
        <p:spPr>
          <a:xfrm>
            <a:off x="351360" y="308160"/>
            <a:ext cx="1808640" cy="699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Обзор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6" name=""/>
          <p:cNvPicPr/>
          <p:nvPr/>
        </p:nvPicPr>
        <p:blipFill>
          <a:blip r:embed="rId1"/>
          <a:stretch/>
        </p:blipFill>
        <p:spPr>
          <a:xfrm>
            <a:off x="2340000" y="1080000"/>
            <a:ext cx="2330280" cy="4599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37" name=""/>
          <p:cNvPicPr/>
          <p:nvPr/>
        </p:nvPicPr>
        <p:blipFill>
          <a:blip r:embed="rId2"/>
          <a:stretch/>
        </p:blipFill>
        <p:spPr>
          <a:xfrm>
            <a:off x="5364000" y="1080000"/>
            <a:ext cx="2312640" cy="459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351360" y="308160"/>
            <a:ext cx="1808640" cy="699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Обзор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5128920" y="1080000"/>
            <a:ext cx="218592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40" name=""/>
          <p:cNvPicPr/>
          <p:nvPr/>
        </p:nvPicPr>
        <p:blipFill>
          <a:blip r:embed="rId2"/>
          <a:stretch/>
        </p:blipFill>
        <p:spPr>
          <a:xfrm>
            <a:off x="2716560" y="1080000"/>
            <a:ext cx="219672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41" name=""/>
          <p:cNvPicPr/>
          <p:nvPr/>
        </p:nvPicPr>
        <p:blipFill>
          <a:blip r:embed="rId3"/>
          <a:stretch/>
        </p:blipFill>
        <p:spPr>
          <a:xfrm>
            <a:off x="305280" y="1080000"/>
            <a:ext cx="218232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42" name=""/>
          <p:cNvPicPr/>
          <p:nvPr/>
        </p:nvPicPr>
        <p:blipFill>
          <a:blip r:embed="rId4"/>
          <a:stretch/>
        </p:blipFill>
        <p:spPr>
          <a:xfrm>
            <a:off x="7547400" y="1080000"/>
            <a:ext cx="217368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351360" y="308160"/>
            <a:ext cx="1808640" cy="699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Обзор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4" name=""/>
          <p:cNvPicPr/>
          <p:nvPr/>
        </p:nvPicPr>
        <p:blipFill>
          <a:blip r:embed="rId1"/>
          <a:srcRect l="0" t="2885" r="0" b="5712"/>
          <a:stretch/>
        </p:blipFill>
        <p:spPr>
          <a:xfrm>
            <a:off x="1440000" y="1116000"/>
            <a:ext cx="218196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45" name=""/>
          <p:cNvPicPr/>
          <p:nvPr/>
        </p:nvPicPr>
        <p:blipFill>
          <a:blip r:embed="rId2"/>
          <a:srcRect l="0" t="3204" r="0" b="4761"/>
          <a:stretch/>
        </p:blipFill>
        <p:spPr>
          <a:xfrm>
            <a:off x="6851520" y="1080360"/>
            <a:ext cx="2184480" cy="435564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46" name=""/>
          <p:cNvPicPr/>
          <p:nvPr/>
        </p:nvPicPr>
        <p:blipFill>
          <a:blip r:embed="rId3"/>
          <a:srcRect l="0" t="3181" r="0" b="5331"/>
          <a:stretch/>
        </p:blipFill>
        <p:spPr>
          <a:xfrm>
            <a:off x="4156200" y="1116000"/>
            <a:ext cx="2179800" cy="43200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/>
          <p:cNvPicPr/>
          <p:nvPr/>
        </p:nvPicPr>
        <p:blipFill>
          <a:blip r:embed="rId1"/>
          <a:srcRect l="0" t="2919" r="0" b="5642"/>
          <a:stretch/>
        </p:blipFill>
        <p:spPr>
          <a:xfrm>
            <a:off x="2880000" y="1245600"/>
            <a:ext cx="2006280" cy="39744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sp>
        <p:nvSpPr>
          <p:cNvPr id="48" name=""/>
          <p:cNvSpPr txBox="1"/>
          <p:nvPr/>
        </p:nvSpPr>
        <p:spPr>
          <a:xfrm>
            <a:off x="351360" y="308160"/>
            <a:ext cx="1808640" cy="699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Обзор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9" name=""/>
          <p:cNvPicPr/>
          <p:nvPr/>
        </p:nvPicPr>
        <p:blipFill>
          <a:blip r:embed="rId2"/>
          <a:srcRect l="0" t="3548" r="0" b="7546"/>
          <a:stretch/>
        </p:blipFill>
        <p:spPr>
          <a:xfrm>
            <a:off x="504000" y="1227960"/>
            <a:ext cx="2063160" cy="397440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50" name=""/>
          <p:cNvPicPr/>
          <p:nvPr/>
        </p:nvPicPr>
        <p:blipFill>
          <a:blip r:embed="rId3"/>
          <a:srcRect l="0" t="3047" r="0" b="5902"/>
          <a:stretch/>
        </p:blipFill>
        <p:spPr>
          <a:xfrm>
            <a:off x="5227200" y="1257120"/>
            <a:ext cx="2008800" cy="396288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  <p:pic>
        <p:nvPicPr>
          <p:cNvPr id="51" name=""/>
          <p:cNvPicPr/>
          <p:nvPr/>
        </p:nvPicPr>
        <p:blipFill>
          <a:blip r:embed="rId4"/>
          <a:srcRect l="0" t="2867" r="0" b="5953"/>
          <a:stretch/>
        </p:blipFill>
        <p:spPr>
          <a:xfrm>
            <a:off x="7560000" y="1257120"/>
            <a:ext cx="2006280" cy="3962880"/>
          </a:xfrm>
          <a:prstGeom prst="rect">
            <a:avLst/>
          </a:prstGeom>
          <a:noFill/>
          <a:ln w="6480">
            <a:solidFill>
              <a:srgbClr val="000000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2026-05-24T21:23:49Z</dcterms:created>
  <dc:creator/>
  <dc:description/>
  <dc:language>ru-RU</dc:language>
  <cp:lastModifiedBy/>
  <dcterms:modified xsi:type="dcterms:W3CDTF">2026-05-25T20:50:48Z</dcterms:modified>
  <cp:revision>4</cp:revision>
  <dc:subject/>
  <dc:title/>
</cp:coreProperties>
</file>